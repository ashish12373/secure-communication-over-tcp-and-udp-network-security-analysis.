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1" r:id="rId5"/>
    <p:sldId id="259" r:id="rId6"/>
    <p:sldId id="272" r:id="rId7"/>
    <p:sldId id="260" r:id="rId8"/>
    <p:sldId id="266" r:id="rId9"/>
    <p:sldId id="261" r:id="rId10"/>
    <p:sldId id="267" r:id="rId11"/>
    <p:sldId id="262" r:id="rId12"/>
    <p:sldId id="268" r:id="rId13"/>
    <p:sldId id="263" r:id="rId14"/>
    <p:sldId id="269" r:id="rId15"/>
    <p:sldId id="264" r:id="rId16"/>
    <p:sldId id="270" r:id="rId17"/>
    <p:sldId id="26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7E5B-8F3B-470D-B80A-EA71236753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75-F9B5-410E-93F9-1F68867A3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26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7E5B-8F3B-470D-B80A-EA71236753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75-F9B5-410E-93F9-1F68867A3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323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7E5B-8F3B-470D-B80A-EA71236753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75-F9B5-410E-93F9-1F68867A3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692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7E5B-8F3B-470D-B80A-EA71236753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75-F9B5-410E-93F9-1F68867A3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473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7E5B-8F3B-470D-B80A-EA71236753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75-F9B5-410E-93F9-1F68867A3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113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7E5B-8F3B-470D-B80A-EA71236753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75-F9B5-410E-93F9-1F68867A3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30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7E5B-8F3B-470D-B80A-EA71236753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75-F9B5-410E-93F9-1F68867A3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433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7E5B-8F3B-470D-B80A-EA71236753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75-F9B5-410E-93F9-1F68867A3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811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7E5B-8F3B-470D-B80A-EA71236753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75-F9B5-410E-93F9-1F68867A3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696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7E5B-8F3B-470D-B80A-EA71236753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75-F9B5-410E-93F9-1F68867A3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34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7E5B-8F3B-470D-B80A-EA71236753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75-F9B5-410E-93F9-1F68867A3F3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5526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7E5B-8F3B-470D-B80A-EA71236753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75-F9B5-410E-93F9-1F68867A3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0070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7E5B-8F3B-470D-B80A-EA71236753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75-F9B5-410E-93F9-1F68867A3F3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16240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7E5B-8F3B-470D-B80A-EA71236753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75-F9B5-410E-93F9-1F68867A3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759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7E5B-8F3B-470D-B80A-EA71236753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75-F9B5-410E-93F9-1F68867A3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973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7E5B-8F3B-470D-B80A-EA71236753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75-F9B5-410E-93F9-1F68867A3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38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5B-8F3B-470D-B80A-EA71236753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625B75-F9B5-410E-93F9-1F68867A3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115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60224-7158-4B85-3B49-AB352C196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694944"/>
            <a:ext cx="7766936" cy="3355892"/>
          </a:xfrm>
        </p:spPr>
        <p:txBody>
          <a:bodyPr/>
          <a:lstStyle/>
          <a:p>
            <a:r>
              <a:rPr lang="en-US" dirty="0"/>
              <a:t>Secure Communication over TCP and UDP: Network Security Analysis.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0A4426-DAD3-2A2F-497E-1C84811B38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Ashish Balaji Rajkumar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7752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C1300-907F-AB88-AF84-FE8932DDF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92AB6-6BB0-595B-C4DA-32973514F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 TCP &lt;-&gt; TLS</a:t>
            </a:r>
          </a:p>
          <a:p>
            <a:r>
              <a:rPr lang="en-US" dirty="0"/>
              <a:t>Compare UDP &lt;-&gt; DTLS</a:t>
            </a:r>
          </a:p>
          <a:p>
            <a:r>
              <a:rPr lang="en-US" dirty="0"/>
              <a:t>Perform Real packet-level attacks</a:t>
            </a:r>
          </a:p>
          <a:p>
            <a:r>
              <a:rPr lang="en-US" dirty="0"/>
              <a:t>Show how encryption prevents attack</a:t>
            </a:r>
          </a:p>
          <a:p>
            <a:r>
              <a:rPr lang="en-US" dirty="0"/>
              <a:t>Detect Replay Attack (UDP)</a:t>
            </a:r>
          </a:p>
          <a:p>
            <a:r>
              <a:rPr lang="en-US" dirty="0"/>
              <a:t>Observe Anti-Replay (DTLS)</a:t>
            </a:r>
          </a:p>
          <a:p>
            <a:r>
              <a:rPr lang="en-US" dirty="0"/>
              <a:t>Detect ICMP Tunneling (Covert Data Exfiltration)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6311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CB796-06C3-40C6-C09E-0C46DB8CB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1: TCP (Insecure Communication)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8B707-C180-F32A-4327-27D1BE5C6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4184035" cy="456025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Goal: Show how plaintext TCP exposes all data</a:t>
            </a:r>
          </a:p>
          <a:p>
            <a:r>
              <a:rPr lang="en-US" dirty="0"/>
              <a:t>What is Insecure TCP?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TCP establishes 3-Way Handshake.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After Handshake, data is sent and read as plain Text.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No Encryption, no authentication, no integrity.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Attackers can sniff all the data in transit.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Man-in-the-Middle(MITM) attacks are easy.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Communication can be modified or injected.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Replay Attacks are possible.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ECB3E3-4263-60F7-6D19-D04B6954A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4560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 Wireshark Shows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Packet-&gt; Data section displays plaintext messages: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Example: “Hello Server", "Hi  Client”.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Full ASCII text visible under: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Frame-&gt; Ethernet-&gt; IP-&gt;TCP-&gt;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Demonstrates no confidentiality.</a:t>
            </a:r>
          </a:p>
        </p:txBody>
      </p:sp>
    </p:spTree>
    <p:extLst>
      <p:ext uri="{BB962C8B-B14F-4D97-AF65-F5344CB8AC3E}">
        <p14:creationId xmlns:p14="http://schemas.microsoft.com/office/powerpoint/2010/main" val="252169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573205F-D0FA-A5EF-1409-BBBE01988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445" y="2359932"/>
            <a:ext cx="8954750" cy="24673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1C919F-1885-2CF9-9943-AA043843C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18" y="526258"/>
            <a:ext cx="11202963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530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FB316-E900-536E-A631-79AB92037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2: TCP+TLS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76805-9E51-EC16-4C34-81E43074CA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Goal: Show how TLS adds encryption, integrity, and authentication to TCP.</a:t>
            </a:r>
          </a:p>
          <a:p>
            <a:r>
              <a:rPr lang="en-US" dirty="0"/>
              <a:t>What TLS Adds on Top of TCP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Encrypts all application data.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Ensure data integrity.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Authenticates the server via certificates.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Prevents MITM attacks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Adds replay resistant session keys.</a:t>
            </a:r>
          </a:p>
          <a:p>
            <a:pPr marL="57150" indent="0">
              <a:buNone/>
            </a:pPr>
            <a:endParaRPr lang="en-IN" dirty="0"/>
          </a:p>
          <a:p>
            <a:pPr marL="5715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8D9F2-C8D5-75ED-E9EC-CFFFCB1596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TLS Handshake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ClientHello</a:t>
            </a:r>
            <a:r>
              <a:rPr lang="en-US" dirty="0"/>
              <a:t>: supported Ciphers, random value.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ServerHello</a:t>
            </a:r>
            <a:r>
              <a:rPr lang="en-US" dirty="0"/>
              <a:t>: Selected Cipher.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Certificate: Server Identity.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Key Exchange: create shared session key.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ChangeCipherSpec</a:t>
            </a:r>
            <a:r>
              <a:rPr lang="en-US" dirty="0"/>
              <a:t>: switch to encrypted mode.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Finished: mutual verify handshake.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Application Data is marked as “TLSv1.2 Encrypted Application Data”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6055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328DE8-6581-F14D-CC9D-DD17FFB25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290791"/>
            <a:ext cx="11268456" cy="262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928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C48CC8-3ED2-68C7-BCC6-66B71005C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3: UDP (Insecure Communication)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8EA808-9D5B-96F2-E8BA-096E70075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Goal: Show how UDP sends data without any security mechanism.</a:t>
            </a:r>
          </a:p>
          <a:p>
            <a:r>
              <a:rPr lang="en-IN" dirty="0"/>
              <a:t>UDP is a lightweight, connectionless protocol. No handshake, no guarantee of delivery, no built-in sequencing, ordering or reliability, designed for speed, not security.</a:t>
            </a:r>
          </a:p>
          <a:p>
            <a:r>
              <a:rPr lang="en-IN" dirty="0"/>
              <a:t>Core Security Problems: No encryption, No Authentication, No Integrity, No sequencing, No reliability.</a:t>
            </a:r>
          </a:p>
          <a:p>
            <a:r>
              <a:rPr lang="en-IN" dirty="0"/>
              <a:t>Real-World UDP Attacks: IP Spoofing, Replay Attack, Packet Injection, UDP Reflection/Amplification(DDoS).</a:t>
            </a:r>
          </a:p>
        </p:txBody>
      </p:sp>
    </p:spTree>
    <p:extLst>
      <p:ext uri="{BB962C8B-B14F-4D97-AF65-F5344CB8AC3E}">
        <p14:creationId xmlns:p14="http://schemas.microsoft.com/office/powerpoint/2010/main" val="1059025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F63D87E-AFBB-A83F-BABE-0D66AF418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98" y="508634"/>
            <a:ext cx="9290252" cy="13475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188D69-380E-56CC-2675-38E134170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98" y="3077590"/>
            <a:ext cx="9290252" cy="134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606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E2CD3-084B-1CD4-8BFC-C48BC561B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3 (Part 2): UDP Replay Attack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B4BFC-027A-F9D3-37DF-FE86ACE7C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Goal: Demonstrate how insecure UDP can be exploited through packet replay.</a:t>
            </a:r>
          </a:p>
          <a:p>
            <a:r>
              <a:rPr lang="en-US" dirty="0"/>
              <a:t>A replay attack happens when an attacker captures a valid UDP packet and sends the same packet again, the server accepts it as a legitimate packet message.</a:t>
            </a:r>
          </a:p>
          <a:p>
            <a:r>
              <a:rPr lang="en-US" dirty="0"/>
              <a:t>UDP is vulnerable to replay because UDP packet is treated as a fresh request. No session date, No cryptographic signature and server blindly processes whatever it receives. </a:t>
            </a:r>
          </a:p>
          <a:p>
            <a:r>
              <a:rPr lang="en-US" dirty="0"/>
              <a:t>Replay attacks on UDP can cause Re-executed commands, duplicate transactions, Unauthorized actions and attackers may even automate DDoS attacks.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4394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20B6B7-DB7E-967F-A94A-13BC1E033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45" y="530123"/>
            <a:ext cx="11266547" cy="10884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B92848-4A72-271D-086D-DABFDBED2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42" y="1868037"/>
            <a:ext cx="11289149" cy="1885528"/>
          </a:xfrm>
          <a:prstGeom prst="rect">
            <a:avLst/>
          </a:prstGeom>
        </p:spPr>
      </p:pic>
      <p:pic>
        <p:nvPicPr>
          <p:cNvPr id="6" name="Picture 5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9F8D1C15-1484-6DA2-E031-9F239B053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45" y="4003020"/>
            <a:ext cx="11266546" cy="266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194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84CD0-EBB4-E0EC-350A-EC99658C7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4: DTLS(Secure Communication over UDP)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09E15-B9DF-4A10-84B3-BF6A813E7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Goal: Show how DTLS protects UDP using encryption, sequencing, and anti-replay.</a:t>
            </a:r>
          </a:p>
          <a:p>
            <a:r>
              <a:rPr lang="en-US" dirty="0"/>
              <a:t>Datagram Transport Layer Security(DTLS) provides encryption integrity, authentication, anti-replay protection.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14793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3A5F4391-5954-BD86-2B8C-9FB1173EC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84" y="312801"/>
            <a:ext cx="9059291" cy="2017414"/>
          </a:xfrm>
          <a:prstGeom prst="rect">
            <a:avLst/>
          </a:prstGeom>
        </p:spPr>
      </p:pic>
      <p:pic>
        <p:nvPicPr>
          <p:cNvPr id="5" name="Picture 4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3AED5366-2E11-8006-19DA-C9C8F28B3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84" y="3387882"/>
            <a:ext cx="9059291" cy="174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768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3FE7E-22A0-30AC-2CBA-3F0797997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4 (Part 2): DTLS Anti-Replay Protection (Deep Dive)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EA44C-F2B9-5A03-4188-236F7E88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Replay must be prevented: Re-Trigger past actions, Re-use invalid commands, cause DDoS or duplicated operations.</a:t>
            </a:r>
          </a:p>
          <a:p>
            <a:r>
              <a:rPr lang="en-US" dirty="0"/>
              <a:t>DTLS Anti-Replay uses Sequence Numbers, Epoch Numbers, Replay Windows and MAC integrity verification.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3792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96ED14-05B2-095A-ACBA-785B7491C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005" y="185817"/>
            <a:ext cx="5731510" cy="3584575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198336-7F17-477C-F845-F8C21DFC2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60" y="4108577"/>
            <a:ext cx="10211435" cy="256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48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C351E-03EC-1253-EB4C-994ECCDB0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5: ICMP Tunnelling (Covert Data Exfiltration)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F2B9C-C98D-A9BC-7C01-14D06467A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Goal: Show how attackers bypass secure TCP/TLS &amp; UDP/DTLS by abusing ICMP.</a:t>
            </a:r>
          </a:p>
          <a:p>
            <a:r>
              <a:rPr lang="en-US" dirty="0"/>
              <a:t>The Internet Control Message Protocol is a network layer protocol that network devices use to send control and error messages, such as "destination unreachable" or "time exceeded“.</a:t>
            </a:r>
          </a:p>
          <a:p>
            <a:r>
              <a:rPr lang="en-US" dirty="0"/>
              <a:t>ICMP normally carries Echo Request/Echo Reply, Attackers embed hidden data inside ICMP packets, used for covert channels and stealthy data exfiltration</a:t>
            </a:r>
            <a:r>
              <a:rPr lang="en-IN" dirty="0"/>
              <a:t>.</a:t>
            </a:r>
          </a:p>
          <a:p>
            <a:r>
              <a:rPr lang="en-IN" dirty="0"/>
              <a:t>Usually bypasses firewall since ICMP is usually allowed.</a:t>
            </a:r>
          </a:p>
          <a:p>
            <a:r>
              <a:rPr lang="en-IN" dirty="0"/>
              <a:t>Attackers hide credentials, keys, Command &amp; Control (C2) instructions, Base64 encoded or encrypted payloads.</a:t>
            </a:r>
          </a:p>
          <a:p>
            <a:r>
              <a:rPr lang="en-IN" dirty="0"/>
              <a:t>Indicators of ICMP tunnelling is abnormally large ICMP payloads, Repeated Data patterns, Encoded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325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CCF0EB-F647-0607-1313-8574E6CE5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86" y="1161288"/>
            <a:ext cx="11310605" cy="305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4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D8A43-EAB4-B63F-D302-69C585BB6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1C78A-FF9E-6A08-B282-A16C8B4DF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Insecure communication is Easy to Attack.</a:t>
            </a:r>
          </a:p>
          <a:p>
            <a:r>
              <a:rPr lang="en-US" dirty="0"/>
              <a:t>TLS and DTLS Transform Communication Security.</a:t>
            </a:r>
          </a:p>
          <a:p>
            <a:r>
              <a:rPr lang="en-US" dirty="0"/>
              <a:t>True network security requires confidentiality (TLS/DTLS), integrity, replay protection, AND protocol monitoring to detect covert channels like ICMP tunneling.</a:t>
            </a:r>
          </a:p>
          <a:p>
            <a:r>
              <a:rPr lang="en-US" dirty="0"/>
              <a:t>Encryption protects communication, replay protection communication, protocol analysis detects hidden threats and a complete security model must combine all of the above.</a:t>
            </a:r>
          </a:p>
        </p:txBody>
      </p:sp>
    </p:spTree>
    <p:extLst>
      <p:ext uri="{BB962C8B-B14F-4D97-AF65-F5344CB8AC3E}">
        <p14:creationId xmlns:p14="http://schemas.microsoft.com/office/powerpoint/2010/main" val="17202432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429</TotalTime>
  <Words>756</Words>
  <Application>Microsoft Office PowerPoint</Application>
  <PresentationFormat>Widescreen</PresentationFormat>
  <Paragraphs>70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Trebuchet MS</vt:lpstr>
      <vt:lpstr>Wingdings 3</vt:lpstr>
      <vt:lpstr>Facet</vt:lpstr>
      <vt:lpstr>Secure Communication over TCP and UDP: Network Security Analysis.</vt:lpstr>
      <vt:lpstr>PROJECT OVERVIEW</vt:lpstr>
      <vt:lpstr>Module 1: TCP (Insecure Communication)</vt:lpstr>
      <vt:lpstr>PowerPoint Presentation</vt:lpstr>
      <vt:lpstr>Module 2: TCP+TLS</vt:lpstr>
      <vt:lpstr>PowerPoint Presentation</vt:lpstr>
      <vt:lpstr>Module 3: UDP (Insecure Communication)</vt:lpstr>
      <vt:lpstr>PowerPoint Presentation</vt:lpstr>
      <vt:lpstr>Module 3 (Part 2): UDP Replay Attack</vt:lpstr>
      <vt:lpstr>PowerPoint Presentation</vt:lpstr>
      <vt:lpstr>Module 4: DTLS(Secure Communication over UDP)</vt:lpstr>
      <vt:lpstr>PowerPoint Presentation</vt:lpstr>
      <vt:lpstr>Module 4 (Part 2): DTLS Anti-Replay Protection (Deep Dive)</vt:lpstr>
      <vt:lpstr>PowerPoint Presentation</vt:lpstr>
      <vt:lpstr>Module 5: ICMP Tunnelling (Covert Data Exfiltration)  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Balaji Rajkumar,Ashish</dc:creator>
  <cp:lastModifiedBy>Balaji Rajkumar,Ashish</cp:lastModifiedBy>
  <cp:revision>10</cp:revision>
  <dcterms:created xsi:type="dcterms:W3CDTF">2025-11-23T20:27:02Z</dcterms:created>
  <dcterms:modified xsi:type="dcterms:W3CDTF">2025-11-24T03:36:57Z</dcterms:modified>
</cp:coreProperties>
</file>